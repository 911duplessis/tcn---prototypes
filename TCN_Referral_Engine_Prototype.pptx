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3335000" cy="8572500"/>
  <p:notesSz cx="8572500" cy="1333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353651" y="219075"/>
            <a:ext cx="876151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8" name="Text 5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395913" y="1104900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5913" y="1457325"/>
            <a:ext cx="4819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5913" y="1847850"/>
            <a:ext cx="4381500" cy="3209925"/>
          </a:xfrm>
          <a:prstGeom prst="roundRect">
            <a:avLst>
              <a:gd name="adj" fmla="val 53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988" y="24955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614988" y="21717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919788" y="2190750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14988" y="29337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614988" y="26098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5919788" y="2628900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14988" y="33718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614988" y="30480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919788" y="3067050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14988" y="38100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614988" y="34861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919788" y="3505200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14988" y="4010025"/>
            <a:ext cx="3943350" cy="828675"/>
          </a:xfrm>
          <a:prstGeom prst="roundRect">
            <a:avLst>
              <a:gd name="adj" fmla="val 16092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5013" y="4191000"/>
            <a:ext cx="1137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REWARD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15013" y="4391025"/>
            <a:ext cx="11374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590508" y="4343400"/>
            <a:ext cx="7678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matching…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353651" y="219075"/>
            <a:ext cx="876151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8" name="Text 5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395913" y="1104900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5913" y="1457325"/>
            <a:ext cx="4819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5913" y="1847850"/>
            <a:ext cx="4381500" cy="3209925"/>
          </a:xfrm>
          <a:prstGeom prst="roundRect">
            <a:avLst>
              <a:gd name="adj" fmla="val 53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988" y="24955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614988" y="21717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919788" y="2190750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14988" y="29337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614988" y="26098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5919788" y="2628900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14988" y="33718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614988" y="30480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919788" y="3067050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14988" y="38100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614988" y="34861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919788" y="3505200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14988" y="4010025"/>
            <a:ext cx="3943350" cy="828675"/>
          </a:xfrm>
          <a:prstGeom prst="roundRect">
            <a:avLst>
              <a:gd name="adj" fmla="val 16092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5013" y="4191000"/>
            <a:ext cx="1137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REWARD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15013" y="4391025"/>
            <a:ext cx="11374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443913" y="4343400"/>
            <a:ext cx="914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vendor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353651" y="219075"/>
            <a:ext cx="876151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8" name="Text 5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395913" y="1104900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5913" y="1457325"/>
            <a:ext cx="4819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5913" y="1847850"/>
            <a:ext cx="4381500" cy="3209925"/>
          </a:xfrm>
          <a:prstGeom prst="roundRect">
            <a:avLst>
              <a:gd name="adj" fmla="val 53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988" y="24955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614988" y="21717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919788" y="2190750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14988" y="29337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614988" y="26098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5919788" y="2628900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14988" y="33718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614988" y="30480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919788" y="3067050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14988" y="38100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614988" y="34861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919788" y="3505200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14988" y="4010025"/>
            <a:ext cx="3943350" cy="828675"/>
          </a:xfrm>
          <a:prstGeom prst="roundRect">
            <a:avLst>
              <a:gd name="adj" fmla="val 16092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5013" y="4191000"/>
            <a:ext cx="1137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REWARD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15013" y="4391025"/>
            <a:ext cx="11374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443913" y="4343400"/>
            <a:ext cx="914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vendor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12267902" y="219075"/>
            <a:ext cx="841623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9" name="Text 6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681663" y="110490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Sarah’s Messages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681663" y="1609725"/>
            <a:ext cx="3810000" cy="3133725"/>
          </a:xfrm>
          <a:prstGeom prst="roundRect">
            <a:avLst>
              <a:gd name="adj" fmla="val 6687"/>
            </a:avLst>
          </a:prstGeom>
          <a:solidFill>
            <a:srgbClr val="0D1B2E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91188" y="1619250"/>
            <a:ext cx="3790950" cy="6381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691188" y="2247900"/>
            <a:ext cx="37909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862638" y="1771650"/>
            <a:ext cx="323850" cy="323850"/>
          </a:xfrm>
          <a:prstGeom prst="ellipse">
            <a:avLst/>
          </a:prstGeom>
          <a:gradFill rotWithShape="1">
            <a:gsLst>
              <a:gs pos="0">
                <a:srgbClr val="3D7BF5">
                  <a:alpha val="100000"/>
                </a:srgbClr>
              </a:gs>
              <a:gs pos="100000">
                <a:srgbClr val="3D7BF5">
                  <a:alpha val="35000"/>
                </a:srgbClr>
              </a:gs>
            </a:gsLst>
            <a:lin ang="2700000" scaled="0"/>
          </a:gradFill>
          <a:ln/>
        </p:spPr>
      </p:sp>
      <p:sp>
        <p:nvSpPr>
          <p:cNvPr id="17" name="Text 14"/>
          <p:cNvSpPr/>
          <p:nvPr/>
        </p:nvSpPr>
        <p:spPr>
          <a:xfrm>
            <a:off x="6281738" y="1857375"/>
            <a:ext cx="11955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Stiaan (Connector)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62638" y="2447925"/>
            <a:ext cx="3197423" cy="601861"/>
          </a:xfrm>
          <a:prstGeom prst="roundRect">
            <a:avLst>
              <a:gd name="adj" fmla="val 22156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995987" y="2562225"/>
            <a:ext cx="302664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7F5E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Hi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7F5E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I know a trusted vendor for your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grass installation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7F5E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Can I connect you?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99325" y="3164086"/>
            <a:ext cx="1611362" cy="371475"/>
          </a:xfrm>
          <a:prstGeom prst="roundRect">
            <a:avLst>
              <a:gd name="adj" fmla="val 35897"/>
            </a:avLst>
          </a:prstGeom>
          <a:solidFill>
            <a:srgbClr val="3D7BF5">
              <a:alpha val="3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832675" y="3278386"/>
            <a:ext cx="142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please connect me!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3147625" y="219075"/>
            <a:ext cx="697260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491163" y="1104900"/>
            <a:ext cx="4610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1163" y="1438275"/>
            <a:ext cx="46101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CRM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91163" y="1828800"/>
            <a:ext cx="4191000" cy="1638300"/>
          </a:xfrm>
          <a:prstGeom prst="roundRect">
            <a:avLst>
              <a:gd name="adj" fmla="val 10465"/>
            </a:avLst>
          </a:prstGeom>
          <a:solidFill>
            <a:srgbClr val="0D1B2E"/>
          </a:solidFill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91188" y="2028825"/>
            <a:ext cx="41700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TCN: Hi PrimeTurf 👋 You have received a new connection.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91188" y="2381250"/>
            <a:ext cx="638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691188" y="2552700"/>
            <a:ext cx="6383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81911" y="2381250"/>
            <a:ext cx="16875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481911" y="2552700"/>
            <a:ext cx="16875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Grass Installation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91188" y="2876550"/>
            <a:ext cx="1838325" cy="390525"/>
          </a:xfrm>
          <a:prstGeom prst="roundRect">
            <a:avLst>
              <a:gd name="adj" fmla="val 29268"/>
            </a:avLst>
          </a:prstGeom>
          <a:solidFill>
            <a:srgbClr val="3D7BF5"/>
          </a:solidFill>
          <a:ln/>
        </p:spPr>
      </p:sp>
      <p:sp>
        <p:nvSpPr>
          <p:cNvPr id="21" name="Text 18"/>
          <p:cNvSpPr/>
          <p:nvPr/>
        </p:nvSpPr>
        <p:spPr>
          <a:xfrm>
            <a:off x="5767387" y="2990850"/>
            <a:ext cx="16859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7624762" y="2876550"/>
            <a:ext cx="1857375" cy="390525"/>
          </a:xfrm>
          <a:prstGeom prst="roundRect">
            <a:avLst>
              <a:gd name="adj" fmla="val 29268"/>
            </a:avLst>
          </a:prstGeom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10487" y="3000375"/>
            <a:ext cx="16859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5E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3147625" y="219075"/>
            <a:ext cx="697260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491163" y="1104900"/>
            <a:ext cx="4610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1163" y="1438275"/>
            <a:ext cx="46101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CRM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91163" y="1828800"/>
            <a:ext cx="4191000" cy="2943225"/>
          </a:xfrm>
          <a:prstGeom prst="roundRect">
            <a:avLst>
              <a:gd name="adj" fmla="val 58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0238" y="2047875"/>
            <a:ext cx="4128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5710238" y="2752725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710238" y="2447925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15038" y="2462213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10238" y="3162300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710238" y="2857500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15038" y="2871788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10238" y="3571875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710238" y="3267075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15038" y="3281363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10238" y="3981450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710238" y="3676650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15038" y="3690937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10238" y="4162425"/>
            <a:ext cx="3752850" cy="390525"/>
          </a:xfrm>
          <a:prstGeom prst="roundRect">
            <a:avLst>
              <a:gd name="adj" fmla="val 29268"/>
            </a:avLst>
          </a:prstGeom>
          <a:solidFill>
            <a:srgbClr val="3D7BF5"/>
          </a:solidFill>
          <a:ln/>
        </p:spPr>
      </p:sp>
      <p:sp>
        <p:nvSpPr>
          <p:cNvPr id="29" name="Text 26"/>
          <p:cNvSpPr/>
          <p:nvPr/>
        </p:nvSpPr>
        <p:spPr>
          <a:xfrm>
            <a:off x="5777770" y="4286250"/>
            <a:ext cx="36177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Customer Contacted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3147625" y="219075"/>
            <a:ext cx="697260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491163" y="1104900"/>
            <a:ext cx="4610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91163" y="1438275"/>
            <a:ext cx="46101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CRM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91163" y="1828800"/>
            <a:ext cx="4191000" cy="2943225"/>
          </a:xfrm>
          <a:prstGeom prst="roundRect">
            <a:avLst>
              <a:gd name="adj" fmla="val 58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0238" y="2047875"/>
            <a:ext cx="4128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5710238" y="2752725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710238" y="2447925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15038" y="2462213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10238" y="3162300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710238" y="2857500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15038" y="2871788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10238" y="3571875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710238" y="3267075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15038" y="3281363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10238" y="3981450"/>
            <a:ext cx="37528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710238" y="3676650"/>
            <a:ext cx="266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7F5E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15038" y="3690937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10238" y="4162425"/>
            <a:ext cx="3752850" cy="390525"/>
          </a:xfrm>
          <a:prstGeom prst="roundRect">
            <a:avLst>
              <a:gd name="adj" fmla="val 29268"/>
            </a:avLst>
          </a:prstGeom>
          <a:solidFill>
            <a:srgbClr val="3D7BF5"/>
          </a:solidFill>
          <a:ln/>
        </p:spPr>
      </p:sp>
      <p:sp>
        <p:nvSpPr>
          <p:cNvPr id="29" name="Text 26"/>
          <p:cNvSpPr/>
          <p:nvPr/>
        </p:nvSpPr>
        <p:spPr>
          <a:xfrm>
            <a:off x="5777770" y="4286250"/>
            <a:ext cx="36177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Sale Completed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353651" y="219075"/>
            <a:ext cx="876151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8" name="Text 5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395913" y="1104900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95913" y="1457325"/>
            <a:ext cx="48196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· Artificial Grass Installation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5913" y="1847850"/>
            <a:ext cx="4381500" cy="3209925"/>
          </a:xfrm>
          <a:prstGeom prst="roundRect">
            <a:avLst>
              <a:gd name="adj" fmla="val 53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14988" y="24955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614988" y="21717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5919788" y="2190750"/>
            <a:ext cx="9013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14988" y="29337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614988" y="26098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5919788" y="2628900"/>
            <a:ext cx="11267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Accepted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14988" y="337185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614988" y="304800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919788" y="3067050"/>
            <a:ext cx="14323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14988" y="3810000"/>
            <a:ext cx="394335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614988" y="3486150"/>
            <a:ext cx="266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919788" y="3505200"/>
            <a:ext cx="105132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14988" y="4010025"/>
            <a:ext cx="3943350" cy="828675"/>
          </a:xfrm>
          <a:prstGeom prst="roundRect">
            <a:avLst>
              <a:gd name="adj" fmla="val 16092"/>
            </a:avLst>
          </a:prstGeom>
          <a:gradFill rotWithShape="1">
            <a:gsLst>
              <a:gs pos="0">
                <a:srgbClr val="D4AF37">
                  <a:alpha val="12000"/>
                </a:srgbClr>
              </a:gs>
              <a:gs pos="100000">
                <a:srgbClr val="D4AF37">
                  <a:alpha val="3000"/>
                </a:srgbClr>
              </a:gs>
            </a:gsLst>
            <a:lin ang="2700000" scaled="0"/>
          </a:gradFill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5013" y="4191000"/>
            <a:ext cx="1137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REWARD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15013" y="4391025"/>
            <a:ext cx="11374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R2,500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696474" y="4343400"/>
            <a:ext cx="6618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95913" y="5210175"/>
            <a:ext cx="4381500" cy="409575"/>
          </a:xfrm>
          <a:prstGeom prst="roundRect">
            <a:avLst>
              <a:gd name="adj" fmla="val 27907"/>
            </a:avLst>
          </a:prstGeom>
          <a:ln w="9525">
            <a:solidFill>
              <a:srgbClr val="3D7BF5">
                <a:alpha val="3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63540" y="5343525"/>
            <a:ext cx="42462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New Referral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73325" cy="9096375"/>
          </a:xfrm>
          <a:prstGeom prst="rect">
            <a:avLst/>
          </a:prstGeom>
          <a:gradFill rotWithShape="1">
            <a:gsLst>
              <a:gs pos="0">
                <a:srgbClr val="060D1C">
                  <a:alpha val="100000"/>
                </a:srgbClr>
              </a:gs>
              <a:gs pos="55000">
                <a:srgbClr val="0A1730">
                  <a:alpha val="100000"/>
                </a:srgbClr>
              </a:gs>
              <a:gs pos="100000">
                <a:srgbClr val="0A1428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752475"/>
            <a:ext cx="1517332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24288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285750"/>
            <a:ext cx="16269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</a:t>
            </a:r>
            <a:pPr algn="l" indent="0" marL="0">
              <a:buNone/>
            </a:pPr>
            <a:r>
              <a:rPr lang="en-US" sz="1125" spc="113" kern="0" dirty="0">
                <a:solidFill>
                  <a:srgbClr val="F7F5E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Engine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11306026" y="171450"/>
            <a:ext cx="3562499" cy="409575"/>
          </a:xfrm>
          <a:prstGeom prst="roundRect">
            <a:avLst>
              <a:gd name="adj" fmla="val 2790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506051" y="304800"/>
            <a:ext cx="647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420302" y="304800"/>
            <a:ext cx="6130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3300025" y="304800"/>
            <a:ext cx="468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7F5E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13882985" y="219075"/>
            <a:ext cx="937915" cy="314325"/>
          </a:xfrm>
          <a:prstGeom prst="roundRect">
            <a:avLst>
              <a:gd name="adj" fmla="val 27273"/>
            </a:avLst>
          </a:prstGeom>
          <a:solidFill>
            <a:srgbClr val="3D7BF5"/>
          </a:solidFill>
          <a:ln/>
        </p:spPr>
      </p:sp>
      <p:sp>
        <p:nvSpPr>
          <p:cNvPr id="11" name="Text 8"/>
          <p:cNvSpPr/>
          <p:nvPr/>
        </p:nvSpPr>
        <p:spPr>
          <a:xfrm>
            <a:off x="14035385" y="304800"/>
            <a:ext cx="7093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14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Admin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538663" y="1104900"/>
            <a:ext cx="6705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Engine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38663" y="1438275"/>
            <a:ext cx="67056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matching, tracking &amp; rewards.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38663" y="1828800"/>
            <a:ext cx="1438275" cy="704850"/>
          </a:xfrm>
          <a:prstGeom prst="roundRect">
            <a:avLst>
              <a:gd name="adj" fmla="val 189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4387" y="1990725"/>
            <a:ext cx="1266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4624387" y="2228850"/>
            <a:ext cx="1266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Status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6091238" y="1828800"/>
            <a:ext cx="1438275" cy="704850"/>
          </a:xfrm>
          <a:prstGeom prst="roundRect">
            <a:avLst>
              <a:gd name="adj" fmla="val 189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6963" y="1990725"/>
            <a:ext cx="1266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6176963" y="2228850"/>
            <a:ext cx="1266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Vendor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643813" y="1828800"/>
            <a:ext cx="1438275" cy="704850"/>
          </a:xfrm>
          <a:prstGeom prst="roundRect">
            <a:avLst>
              <a:gd name="adj" fmla="val 189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9538" y="1990725"/>
            <a:ext cx="1266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7729538" y="2228850"/>
            <a:ext cx="1266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Events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9196388" y="1828800"/>
            <a:ext cx="1438275" cy="704850"/>
          </a:xfrm>
          <a:prstGeom prst="roundRect">
            <a:avLst>
              <a:gd name="adj" fmla="val 189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82113" y="1990725"/>
            <a:ext cx="1266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R2,500</a:t>
            </a:r>
            <a:endParaRPr lang="en-US" sz="1275" dirty="0"/>
          </a:p>
        </p:txBody>
      </p:sp>
      <p:sp>
        <p:nvSpPr>
          <p:cNvPr id="25" name="Text 22"/>
          <p:cNvSpPr/>
          <p:nvPr/>
        </p:nvSpPr>
        <p:spPr>
          <a:xfrm>
            <a:off x="9282113" y="2228850"/>
            <a:ext cx="1266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7F5E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Paid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4538663" y="2743200"/>
            <a:ext cx="6096000" cy="3343275"/>
          </a:xfrm>
          <a:prstGeom prst="roundRect">
            <a:avLst>
              <a:gd name="adj" fmla="val 455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8688" y="2943225"/>
            <a:ext cx="62655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F7F5E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LOG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38688" y="3543300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738688" y="3295650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908798" y="3295650"/>
            <a:ext cx="36699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 — reward calculated and paid to connector.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4738688" y="3876675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738688" y="3629025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4908798" y="3629025"/>
            <a:ext cx="25201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contacted the customer directly.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4738688" y="4210050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738688" y="3962400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4908798" y="3962400"/>
            <a:ext cx="19820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PrimeTurf accepted the referral.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4738688" y="4543425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738688" y="4295775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4908798" y="4295775"/>
            <a:ext cx="214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matching started for PrimeTurf…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4738688" y="4876800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4738688" y="4629150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4908798" y="4629150"/>
            <a:ext cx="23305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accepted the introduction.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4738688" y="5210175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4738688" y="4962525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45" name="Text 42"/>
          <p:cNvSpPr/>
          <p:nvPr/>
        </p:nvSpPr>
        <p:spPr>
          <a:xfrm>
            <a:off x="4908798" y="4962525"/>
            <a:ext cx="33550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captured: Sarah — Artificial Grass Installation.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4738688" y="5543550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4738688" y="5295900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4908798" y="5295900"/>
            <a:ext cx="15162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referral cycle ready.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4738688" y="5876925"/>
            <a:ext cx="56959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4738688" y="5629275"/>
            <a:ext cx="1510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51" name="Text 48"/>
          <p:cNvSpPr/>
          <p:nvPr/>
        </p:nvSpPr>
        <p:spPr>
          <a:xfrm>
            <a:off x="4908798" y="5629275"/>
            <a:ext cx="36699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7F5E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completed — reward calculated and paid to connector.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2026-07-09T11:01:41Z</dcterms:created>
  <dcterms:modified xsi:type="dcterms:W3CDTF">2026-07-09T11:01:41Z</dcterms:modified>
</cp:coreProperties>
</file>